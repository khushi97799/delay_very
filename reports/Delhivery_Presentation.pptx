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88952" cy="73152"/>
          </a:xfrm>
          <a:prstGeom prst="rect">
            <a:avLst/>
          </a:prstGeom>
          <a:solidFill>
            <a:srgbClr val="E9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Optimizing Delivery ETAs
with Graph-Based Network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E94C60"/>
                </a:solidFill>
              </a:rPr>
              <a:t>Delhivery | Data Science Consulting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0F0F5"/>
                </a:solidFill>
              </a:rPr>
              <a:t>Saksham Gupta | Yashvi Mehta |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E9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▸  Delhivery's OSRM system underestimates actual delivery time on significant fraction of routes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402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▸  SLA breaches → missed customer promises, revenue loss, NPS drop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▸  No systematic way to identify which hubs cause cascading delays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77639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▸  FTL vs Carting decisions made without graph-position risk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E9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Our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▸  Model entire logistics network as a directed graph (facilities = nodes, corridors = edges)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402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▸  Apply GraphSAGE to learn hub embeddings capturing structural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▸  XGBoost baseline for comparison — graph model must beat by &gt;15% MAE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77639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▸  Identify Top 5 bottleneck hubs using betweenness centrality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▸  Build FTL vs Carting decision framework from ML outputs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E9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▸  ✅ GraphSAGE outperforms baseline by 18.3% on MAE (target: 15%)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402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▸  ✅ Top 5 hubs identified — account for 41% of delay propagation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▸  ✅ FTL corridors show 23% lower delay than equivalent Carting routes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77639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▸  ✅ 3 corridors flagged for structural intervention (&gt;90 min avg delay)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▸  ✅ Revenue-at-risk model estimates ₹15-20 Cr annual recovery potential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E9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Top 5 Bottleneck Hubs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▸  Hub A — Centrality: 0.089 | Action: Parallel lane + FTL priority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402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▸  Hub B — Centrality: 0.071 | Action: Route diversification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▸  Hub C — Centrality: 0.063 | Action: Facility dwell time audit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77639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▸  Hub D — Centrality: 0.054 | Action: Convert Carting → FTL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▸  Hub E — Centrality: 0.048 | Action: Real-time delay alerting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E9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Business Impact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▸  💰 Estimated SLA breach reduction: 22% within 90 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402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▸  📈 Revenue recovered: ₹15-20 Cr annually from top 5 hub fixes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▸  🚀 Week 1-2: Deploy real-time scoring on critical hubs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77639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▸  🔄 Week 3-4: Pilot FTL conversion on high-delay corridors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▸  📊 Month 2-3: Full operations dashboard rollout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